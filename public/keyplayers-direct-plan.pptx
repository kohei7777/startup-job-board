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371600"/>
            <a:ext cx="3657600" cy="36576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0" y="2103120"/>
            <a:ext cx="2194560" cy="219456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2743200"/>
            <a:ext cx="914400" cy="9144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-457200"/>
            <a:ext cx="3657600" cy="3657600"/>
          </a:xfrm>
          <a:prstGeom prst="ellipse">
            <a:avLst/>
          </a:prstGeom>
          <a:solidFill>
            <a:srgbClr val="A855F7">
              <a:alpha val="7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74320"/>
            <a:ext cx="2194560" cy="2194560"/>
          </a:xfrm>
          <a:prstGeom prst="ellipse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914400"/>
            <a:ext cx="914400" cy="914400"/>
          </a:xfrm>
          <a:prstGeom prst="ellipse">
            <a:avLst/>
          </a:prstGeom>
          <a:solidFill>
            <a:srgbClr val="A855F7">
              <a:alpha val="3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217920"/>
            <a:ext cx="12188952" cy="36576"/>
          </a:xfrm>
          <a:prstGeom prst="rect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</a:t>
            </a:r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PLAYERS DIRECT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プロジェクト計画書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幹部転職プラットフォーム 事業開発ロードマップ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| DIRECT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840480"/>
            <a:ext cx="3657600" cy="36576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572000"/>
            <a:ext cx="2194560" cy="219456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5212080"/>
            <a:ext cx="914400" cy="9144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最終ゴール（2〜3年後）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solidFill>
            <a:srgbClr val="150A28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「高野秀敏が選んだ幹部人材だけが集まるプラットフォーム」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474720" cy="1828800"/>
          </a:xfrm>
          <a:prstGeom prst="rect">
            <a:avLst/>
          </a:prstGeom>
          <a:solidFill>
            <a:srgbClr val="1A0A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347472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84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500〜1,000名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審査通過済み幹部候補DB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60520" y="2331720"/>
            <a:ext cx="3474720" cy="1828800"/>
          </a:xfrm>
          <a:prstGeom prst="rect">
            <a:avLst/>
          </a:prstGeom>
          <a:solidFill>
            <a:srgbClr val="1A0A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2331720"/>
            <a:ext cx="347472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606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84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100社以上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160520" y="3429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掲載スタートアップ企業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63840" y="2331720"/>
            <a:ext cx="3474720" cy="1828800"/>
          </a:xfrm>
          <a:prstGeom prst="rect">
            <a:avLst/>
          </a:prstGeom>
          <a:solidFill>
            <a:srgbClr val="1A0A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2331720"/>
            <a:ext cx="347472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606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84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数千万円規模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863840" y="3429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年間マネタイズ目標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| DIRECT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114800"/>
            <a:ext cx="3657600" cy="36576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846320"/>
            <a:ext cx="2194560" cy="219456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5486400"/>
            <a:ext cx="914400" cy="9144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フェーズ別ロードマップ全体像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" y="2011680"/>
            <a:ext cx="2468880" cy="2194560"/>
          </a:xfrm>
          <a:prstGeom prst="rect">
            <a:avLst/>
          </a:prstGeom>
          <a:solidFill>
            <a:srgbClr val="5B21B6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9496" y="2468880"/>
            <a:ext cx="219456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2560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集客・認知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2336" y="3474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今〜3ヶ月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71216" y="28346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74136" y="2011680"/>
            <a:ext cx="2468880" cy="2194560"/>
          </a:xfrm>
          <a:prstGeom prst="rect">
            <a:avLst/>
          </a:prstGeom>
          <a:solidFill>
            <a:srgbClr val="7C3AED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11296" y="2468880"/>
            <a:ext cx="219456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4136" y="2560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登録フロー構築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74136" y="3474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3〜6ヶ月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43016" y="28346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345936" y="2011680"/>
            <a:ext cx="2468880" cy="2194560"/>
          </a:xfrm>
          <a:prstGeom prst="rect">
            <a:avLst/>
          </a:prstGeom>
          <a:solidFill>
            <a:srgbClr val="A855F7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83096" y="2468880"/>
            <a:ext cx="219456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2560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マッチング強化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45936" y="3474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6〜12ヶ月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14816" y="28346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317736" y="2011680"/>
            <a:ext cx="2468880" cy="2194560"/>
          </a:xfrm>
          <a:prstGeom prst="rect">
            <a:avLst/>
          </a:prstGeom>
          <a:solidFill>
            <a:srgbClr val="C084FC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17736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454896" y="2468880"/>
            <a:ext cx="219456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17736" y="2560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ブランド確立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317736" y="3474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1〜2年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74320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| DIRECT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457200"/>
            <a:ext cx="3657600" cy="36576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74320"/>
            <a:ext cx="2194560" cy="219456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集客・認知（今〜3ヶ月）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54864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11247120" cy="347472"/>
          </a:xfrm>
          <a:prstGeom prst="rect">
            <a:avLst/>
          </a:prstGeom>
          <a:solidFill>
            <a:srgbClr val="1A0A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344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サイトへの流入をつくる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830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求人を継続的に増やす（クローラー拡充）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7830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783080"/>
            <a:ext cx="4754880" cy="347472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7830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SEO・コンテンツ充実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8775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高野さんのSNS・note等からの導線設置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5877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49440" y="2587752"/>
            <a:ext cx="4754880" cy="347472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258775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既存フォロワーを流入させる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9242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keyplayers.jpとの相互リンク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3924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49440" y="3392424"/>
            <a:ext cx="4754880" cy="347472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33924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ドメイン評価向上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242816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9709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/recruit LPで企業向け問い合わせ獲得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1970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49440" y="4197096"/>
            <a:ext cx="4754880" cy="347472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41970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掲載企業の初期獲得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| DIRECT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457200"/>
            <a:ext cx="3657600" cy="36576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74320"/>
            <a:ext cx="2194560" cy="219456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登録フロー構築（3〜6ヶ月）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54864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11247120" cy="347472"/>
          </a:xfrm>
          <a:prstGeom prst="rect">
            <a:avLst/>
          </a:prstGeom>
          <a:solidFill>
            <a:srgbClr val="1A0A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344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候補者・企業の両面でDB化を始める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830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候補者の登録フォーム実装（経歴・希望条件）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7830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783080"/>
            <a:ext cx="4754880" cy="347472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7830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候補者DBの構築開始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8775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審査制の仕組みを入れる（高野さんが承認）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5877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49440" y="2587752"/>
            <a:ext cx="4754880" cy="347472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258775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ブランド・品質担保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9242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企業向けの掲載管理画面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3924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49440" y="3392424"/>
            <a:ext cx="4754880" cy="347472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33924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企業の自走化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242816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9709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マイページ（保存求人・応募状況管理）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1970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49440" y="4197096"/>
            <a:ext cx="4754880" cy="347472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41970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候補者のリテンション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| DIRECT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457200"/>
            <a:ext cx="3657600" cy="3657600"/>
          </a:xfrm>
          <a:prstGeom prst="ellipse">
            <a:avLst/>
          </a:prstGeom>
          <a:solidFill>
            <a:srgbClr val="A855F7">
              <a:alpha val="7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74320"/>
            <a:ext cx="2194560" cy="2194560"/>
          </a:xfrm>
          <a:prstGeom prst="ellipse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A855F7">
              <a:alpha val="3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マッチング強化（6〜12ヶ月）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54864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11247120" cy="347472"/>
          </a:xfrm>
          <a:prstGeom prst="rect">
            <a:avLst/>
          </a:prstGeom>
          <a:solidFill>
            <a:srgbClr val="1A0A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344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スカウト機能でマネタイズを本格化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830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企業が候補者DBを検索・スカウト送付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7830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783080"/>
            <a:ext cx="4754880" cy="347472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7830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収益化の柱①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8775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成功報酬モデルの整備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5877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49440" y="2587752"/>
            <a:ext cx="4754880" cy="347472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258775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収益化の柱②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9242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面談・選考状況の管理機能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3924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49440" y="3392424"/>
            <a:ext cx="4754880" cy="347472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339242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ATS（採用管理）化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242816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9709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候補者へのレコメンド通知（メール・LINE）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1970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49440" y="4197096"/>
            <a:ext cx="4754880" cy="347472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419709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エンゲージメント維持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| DIRECT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457200"/>
            <a:ext cx="3657600" cy="3657600"/>
          </a:xfrm>
          <a:prstGeom prst="ellipse">
            <a:avLst/>
          </a:prstGeom>
          <a:solidFill>
            <a:srgbClr val="C084FC">
              <a:alpha val="7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74320"/>
            <a:ext cx="2194560" cy="2194560"/>
          </a:xfrm>
          <a:prstGeom prst="ellipse">
            <a:avLst/>
          </a:prstGeom>
          <a:solidFill>
            <a:srgbClr val="C084FC">
              <a:alpha val="18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C084FC">
              <a:alpha val="35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200400"/>
            <a:ext cx="3657600" cy="36576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931920"/>
            <a:ext cx="2194560" cy="219456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4572000"/>
            <a:ext cx="914400" cy="9144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ブランド確立（1〜2年）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57200" y="594360"/>
            <a:ext cx="54864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234440"/>
            <a:ext cx="11247120" cy="347472"/>
          </a:xfrm>
          <a:prstGeom prst="rect">
            <a:avLst/>
          </a:prstGeom>
          <a:solidFill>
            <a:srgbClr val="1A0A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2344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「幹部転職＝キープレイヤーズダイレクト」のポジション獲得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7830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審査通過者への「認定バッジ」発行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7830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49440" y="1783080"/>
            <a:ext cx="4754880" cy="347472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7830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候補者の拡散・口コミ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9260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転職成功事例のコンテンツ発信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9260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926080"/>
            <a:ext cx="4754880" cy="347472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29260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SEO・信頼構築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54864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690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VC・投資家ネットワークとの連携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0690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49440" y="4069080"/>
            <a:ext cx="4754880" cy="347472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40690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企業獲得の加速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| DIRECT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3200400"/>
            <a:ext cx="3657600" cy="36576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0" y="3931920"/>
            <a:ext cx="2194560" cy="219456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4572000"/>
            <a:ext cx="914400" cy="9144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掲載企業獲得戦略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アプローチ優先順位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486400" cy="1234440"/>
          </a:xfrm>
          <a:prstGeom prst="rect">
            <a:avLst/>
          </a:prstGeom>
          <a:solidFill>
            <a:srgbClr val="1309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7647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最優先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13055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既存ネットワーク（投資先80社・上場支援178社）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5486400" cy="1234440"/>
          </a:xfrm>
          <a:prstGeom prst="rect">
            <a:avLst/>
          </a:prstGeom>
          <a:solidFill>
            <a:srgbClr val="1309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1821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第2優先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54787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調達情報ウォッチ（INITIAL・Crunchbase・PR TIMES / シリーズA〜C）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5486400" cy="1234440"/>
          </a:xfrm>
          <a:prstGeom prst="rect">
            <a:avLst/>
          </a:prstGeom>
          <a:solidFill>
            <a:srgbClr val="1309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5994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第3優先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96519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StartupClass掲載企業（クローリング済）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1188720"/>
            <a:ext cx="27432" cy="5029200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アプローチ方法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9360" y="1691640"/>
            <a:ext cx="5486400" cy="731520"/>
          </a:xfrm>
          <a:prstGeom prst="rect">
            <a:avLst/>
          </a:prstGeom>
          <a:solidFill>
            <a:srgbClr val="1309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691640"/>
            <a:ext cx="54864" cy="731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691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80960" y="16916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投資先・支援先に直接連絡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09360" y="2743200"/>
            <a:ext cx="5486400" cy="731520"/>
          </a:xfrm>
          <a:prstGeom prst="rect">
            <a:avLst/>
          </a:prstGeom>
          <a:solidFill>
            <a:srgbClr val="1309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743200"/>
            <a:ext cx="54864" cy="731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7432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80960" y="2743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調達お祝いメール送付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3794760"/>
            <a:ext cx="5486400" cy="731520"/>
          </a:xfrm>
          <a:prstGeom prst="rect">
            <a:avLst/>
          </a:prstGeom>
          <a:solidFill>
            <a:srgbClr val="1309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3794760"/>
            <a:ext cx="54864" cy="731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7947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80960" y="3794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/recruit インバウンド対応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09360" y="4846320"/>
            <a:ext cx="5486400" cy="731520"/>
          </a:xfrm>
          <a:prstGeom prst="rect">
            <a:avLst/>
          </a:prstGeom>
          <a:solidFill>
            <a:srgbClr val="1309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4846320"/>
            <a:ext cx="54864" cy="731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4846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680960" y="4846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StartupClassへのアウトリーチ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74320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| DIRECT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3200400"/>
            <a:ext cx="3657600" cy="36576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0" y="3931920"/>
            <a:ext cx="2194560" cy="219456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4572000"/>
            <a:ext cx="914400" cy="9144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アプローチ文のトーン設計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394960" cy="2286000"/>
          </a:xfrm>
          <a:prstGeom prst="rect">
            <a:avLst/>
          </a:prstGeom>
          <a:solidFill>
            <a:srgbClr val="1A0508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 やってはいけないこと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673352"/>
            <a:ext cx="5394960" cy="18288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830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「掲載をお願いしたい」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媒体営業と同じに見える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234440"/>
            <a:ext cx="5394960" cy="2286000"/>
          </a:xfrm>
          <a:prstGeom prst="rect">
            <a:avLst/>
          </a:prstGeom>
          <a:solidFill>
            <a:srgbClr val="0D05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2344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 やるべきこと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1673352"/>
            <a:ext cx="5394960" cy="18288"/>
          </a:xfrm>
          <a:prstGeom prst="rect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7830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「高野が直接候補者に紹介します」を前面に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11247120" cy="2606040"/>
          </a:xfrm>
          <a:prstGeom prst="rect">
            <a:avLst/>
          </a:prstGeom>
          <a:solidFill>
            <a:srgbClr val="150A28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49040"/>
            <a:ext cx="1124712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86200"/>
            <a:ext cx="10881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「キープレイヤーズダイレクトは、私（高野）が11,000件の面談で出会った幹部候補に、直接御社の求人をご紹介するプラットフォームです。まず無料で掲載してみませんか？」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4320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| DIRECT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3200400"/>
            <a:ext cx="3657600" cy="36576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0" y="3931920"/>
            <a:ext cx="2194560" cy="219456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4572000"/>
            <a:ext cx="914400" cy="9144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掲載を増やすための仕組み化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394960" cy="2286000"/>
          </a:xfrm>
          <a:prstGeom prst="rect">
            <a:avLst/>
          </a:prstGeom>
          <a:solidFill>
            <a:srgbClr val="13091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53949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無料掲載から始める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初期は無料でハードルを下げる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234440"/>
            <a:ext cx="5394960" cy="2286000"/>
          </a:xfrm>
          <a:prstGeom prst="rect">
            <a:avLst/>
          </a:prstGeom>
          <a:solidFill>
            <a:srgbClr val="13091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234440"/>
            <a:ext cx="53949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92240" y="1874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候補者を1名紹介する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4688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価値を体験させてから有料化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5394960" cy="2286000"/>
          </a:xfrm>
          <a:prstGeom prst="rect">
            <a:avLst/>
          </a:prstGeom>
          <a:solidFill>
            <a:srgbClr val="13091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86200"/>
            <a:ext cx="53949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23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企業の自己入力フォーム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5120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高野さんが全部入力しなくて済む仕組み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3886200"/>
            <a:ext cx="5394960" cy="2286000"/>
          </a:xfrm>
          <a:prstGeom prst="rect">
            <a:avLst/>
          </a:prstGeom>
          <a:solidFill>
            <a:srgbClr val="13091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886200"/>
            <a:ext cx="53949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023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92240" y="4526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掲載中バッジの発行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92240" y="5120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企業側のPRになり口コミが生まれる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| DIRECT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743200"/>
            <a:ext cx="3657600" cy="36576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0" y="3474720"/>
            <a:ext cx="2194560" cy="219456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4114800"/>
            <a:ext cx="914400" cy="9144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数値目標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3566160" cy="2286000"/>
          </a:xfrm>
          <a:prstGeom prst="rect">
            <a:avLst/>
          </a:prstGeom>
          <a:solidFill>
            <a:srgbClr val="13091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56616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1ヶ月後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84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10社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投資先・支援先から掲載獲得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280160"/>
            <a:ext cx="3566160" cy="2286000"/>
          </a:xfrm>
          <a:prstGeom prst="rect">
            <a:avLst/>
          </a:prstGeom>
          <a:solidFill>
            <a:srgbClr val="13091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280160"/>
            <a:ext cx="356616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3ヶ月後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84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30社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434840" y="2651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調達企業アプローチで+20社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1280160"/>
            <a:ext cx="3566160" cy="2286000"/>
          </a:xfrm>
          <a:prstGeom prst="rect">
            <a:avLst/>
          </a:prstGeom>
          <a:solidFill>
            <a:srgbClr val="13091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280160"/>
            <a:ext cx="356616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6ヶ月後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84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50社・求人100件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275320" y="2651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インバウンド+アウトリーチ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成長トラジェクトリー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1ヶ月後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20240" y="3886200"/>
            <a:ext cx="8961120" cy="201168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0240" y="3886200"/>
            <a:ext cx="1792224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0" y="38862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315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3ヶ月後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20240" y="4315968"/>
            <a:ext cx="8961120" cy="201168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4315968"/>
            <a:ext cx="5376672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0" y="43159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7457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6ヶ月後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20240" y="4745736"/>
            <a:ext cx="8961120" cy="201168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0240" y="4745736"/>
            <a:ext cx="8961120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0" y="47457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| DIRECT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828800"/>
            <a:ext cx="3657600" cy="36576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0" y="2560320"/>
            <a:ext cx="2194560" cy="219456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3200400"/>
            <a:ext cx="914400" cy="9144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657600"/>
            <a:ext cx="3657600" cy="3657600"/>
          </a:xfrm>
          <a:prstGeom prst="ellipse">
            <a:avLst/>
          </a:prstGeom>
          <a:solidFill>
            <a:srgbClr val="A855F7">
              <a:alpha val="7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389120"/>
            <a:ext cx="2194560" cy="2194560"/>
          </a:xfrm>
          <a:prstGeom prst="ellipse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5029200"/>
            <a:ext cx="914400" cy="914400"/>
          </a:xfrm>
          <a:prstGeom prst="ellipse">
            <a:avLst/>
          </a:prstGeom>
          <a:solidFill>
            <a:srgbClr val="A855F7">
              <a:alpha val="3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-457200"/>
            <a:ext cx="3657600" cy="36576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0" y="274320"/>
            <a:ext cx="2194560" cy="219456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0" y="914400"/>
            <a:ext cx="914400" cy="9144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直近の優先アクション（来月まで）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234440"/>
            <a:ext cx="3566160" cy="3474720"/>
          </a:xfrm>
          <a:prstGeom prst="rect">
            <a:avLst/>
          </a:prstGeom>
          <a:solidFill>
            <a:srgbClr val="0F08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234440"/>
            <a:ext cx="356616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371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400" dirty="0"/>
          </a:p>
        </p:txBody>
      </p:sp>
      <p:sp>
        <p:nvSpPr>
          <p:cNvPr id="16" name="Shape 14"/>
          <p:cNvSpPr/>
          <p:nvPr/>
        </p:nvSpPr>
        <p:spPr>
          <a:xfrm>
            <a:off x="731520" y="2377440"/>
            <a:ext cx="3017520" cy="27432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14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候補者登録フォームをつくる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4360" y="3886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これがないと何も始まらない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7680" y="1234440"/>
            <a:ext cx="3566160" cy="3474720"/>
          </a:xfrm>
          <a:prstGeom prst="rect">
            <a:avLst/>
          </a:prstGeom>
          <a:solidFill>
            <a:srgbClr val="0F08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234440"/>
            <a:ext cx="356616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1371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400" dirty="0"/>
          </a:p>
        </p:txBody>
      </p:sp>
      <p:sp>
        <p:nvSpPr>
          <p:cNvPr id="22" name="Shape 20"/>
          <p:cNvSpPr/>
          <p:nvPr/>
        </p:nvSpPr>
        <p:spPr>
          <a:xfrm>
            <a:off x="4572000" y="2377440"/>
            <a:ext cx="3017520" cy="27432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2514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SNSからdirect.keyplayers.jpへの導線設置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434840" y="3886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まず流入をつくる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1234440"/>
            <a:ext cx="3566160" cy="3474720"/>
          </a:xfrm>
          <a:prstGeom prst="rect">
            <a:avLst/>
          </a:prstGeom>
          <a:solidFill>
            <a:srgbClr val="0F08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1234440"/>
            <a:ext cx="356616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1371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400" dirty="0"/>
          </a:p>
        </p:txBody>
      </p:sp>
      <p:sp>
        <p:nvSpPr>
          <p:cNvPr id="28" name="Shape 26"/>
          <p:cNvSpPr/>
          <p:nvPr/>
        </p:nvSpPr>
        <p:spPr>
          <a:xfrm>
            <a:off x="8412480" y="2377440"/>
            <a:ext cx="3017520" cy="27432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2514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/recruitから1社の問い合わせを取る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275320" y="3886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企業側の検証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| DIRECT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KEYPLAYERS DIRECT プロジェクト計画書</dc:title>
  <dc:subject>PptxGenJS Presentation</dc:subject>
  <dc:creator>KEYPLAYERS DIRECT</dc:creator>
  <cp:lastModifiedBy>KEYPLAYERS DIRECT</cp:lastModifiedBy>
  <cp:revision>1</cp:revision>
  <dcterms:created xsi:type="dcterms:W3CDTF">2026-04-10T03:12:29Z</dcterms:created>
  <dcterms:modified xsi:type="dcterms:W3CDTF">2026-04-10T03:12:29Z</dcterms:modified>
</cp:coreProperties>
</file>